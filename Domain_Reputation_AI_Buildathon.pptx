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-274320"/>
            <a:ext cx="320040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0" y="457200"/>
            <a:ext cx="2011680" cy="2011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63040"/>
            <a:ext cx="109728" cy="3474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🛡️  Domain Reputation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AEC0"/>
                </a:solidFill>
              </a:rPr>
              <a:t>A Multi-Agent Intelligent System for Email Domain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8D391"/>
                </a:solidFill>
              </a:rPr>
              <a:t>Classifier Agent  ·  Diagnosis Agent  ·  Recommendation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237744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422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🏆  Zeta Buildathon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4114800"/>
            <a:ext cx="1828800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41422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🤖  Agentic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114800"/>
            <a:ext cx="2011680" cy="41148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1422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📊  Real-Time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Neelima Jonnavada  |  njonnavada@zetaglobal.com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Why domain reputation management is broken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7432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02C"/>
                </a:solidFill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4560"/>
                </a:solidFill>
              </a:rPr>
              <a:t>45–60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Manual analysis per domain, per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6304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463040"/>
            <a:ext cx="27432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600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02C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4560"/>
                </a:solidFill>
              </a:rPr>
              <a:t>~30%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Revenue lost when a domain goes BAD undetected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7432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600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02C"/>
                </a:solidFill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4560"/>
                </a:solidFill>
              </a:rPr>
              <a:t>3+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Required to diagnose a single reputation issue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46304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463040"/>
            <a:ext cx="27432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600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02C"/>
                </a:solidFill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194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4560"/>
                </a:solidFill>
              </a:rPr>
              <a:t>Reactive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Current approach — problems found only after damage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520440"/>
            <a:ext cx="11430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0F3460"/>
                </a:solidFill>
              </a:rPr>
              <a:t>Pain Points Our Teams Face Every Day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4A5568"/>
                </a:solidFill>
              </a:rPr>
              <a:t>🔴  Domain reputation drops silently — teams find out only when campaigns fail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4A5568"/>
                </a:solidFill>
              </a:rPr>
              <a:t>🟠  No single view of which metrics are causing the problem (open rate? abuse? bounces?)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4A5568"/>
                </a:solidFill>
              </a:rPr>
              <a:t>🟡  Recommendations are generic — email ops teams waste hours figuring out root cause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4A5568"/>
                </a:solidFill>
              </a:rPr>
              <a:t>⚫  Manual, repetitive, error-prone — no automation, no intelligence, no prioritization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Domain Reputation AI — an end-to-end agentic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3460"/>
                </a:solidFill>
              </a:rPr>
              <a:t>One dashboard. Three specialized AI agents. Zero manual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21945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57400"/>
            <a:ext cx="21945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2C"/>
                </a:solidFill>
              </a:rPr>
              <a:t>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3460"/>
                </a:solidFill>
              </a:rPr>
              <a:t>Data Fetch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Pulls live metrics
from Advanced
Reports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1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057400"/>
            <a:ext cx="21945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057400"/>
            <a:ext cx="2194560" cy="7315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148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2C"/>
                </a:solidFill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6517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3460"/>
                </a:solidFill>
              </a:rPr>
              <a:t>Classifier
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Scores domain as
GOOD / AVERAGE
/ BAD (0–100)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057400"/>
            <a:ext cx="21945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2057400"/>
            <a:ext cx="2194560" cy="7315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148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2C"/>
                </a:solidFill>
              </a:rPr>
              <a:t>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6517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3460"/>
                </a:solidFill>
              </a:rPr>
              <a:t>Diagnosis
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Identifies 7 key
root causes with
severity levels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2057400"/>
            <a:ext cx="21945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2057400"/>
            <a:ext cx="2194560" cy="7315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148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2C"/>
                </a:solidFill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6517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3460"/>
                </a:solidFill>
              </a:rPr>
              <a:t>Recommendation
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Generates ranked
action plan with
priority &amp;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2057400"/>
            <a:ext cx="219456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2057400"/>
            <a:ext cx="2194560" cy="7315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2148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2C"/>
                </a:solidFill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6517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3460"/>
                </a:solidFill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461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Professional UI
with charts,
batch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09160"/>
            <a:ext cx="2743200" cy="1691640"/>
          </a:xfrm>
          <a:prstGeom prst="rect">
            <a:avLst/>
          </a:prstGeom>
          <a:solidFill>
            <a:srgbClr val="EBF8FF"/>
          </a:solidFill>
          <a:ln w="9525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6CB0"/>
                </a:solidFill>
              </a:rPr>
              <a:t>⚡ Real-Time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1663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Live API integration
with pmtatool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4709160"/>
            <a:ext cx="2743200" cy="1691640"/>
          </a:xfrm>
          <a:prstGeom prst="rect">
            <a:avLst/>
          </a:prstGeom>
          <a:solidFill>
            <a:srgbClr val="EBF8FF"/>
          </a:solidFill>
          <a:ln w="9525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6CB0"/>
                </a:solidFill>
              </a:rPr>
              <a:t>🎛️ Configurable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1663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Threshold sliders let
users tune sensitivity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709160"/>
            <a:ext cx="2743200" cy="1691640"/>
          </a:xfrm>
          <a:prstGeom prst="rect">
            <a:avLst/>
          </a:prstGeom>
          <a:solidFill>
            <a:srgbClr val="EBF8FF"/>
          </a:solidFill>
          <a:ln w="9525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6CB0"/>
                </a:solidFill>
              </a:rPr>
              <a:t>📋 Batch Mode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59" y="51663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Analyze 100+ domains
in a single click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4709160"/>
            <a:ext cx="2743200" cy="1691640"/>
          </a:xfrm>
          <a:prstGeom prst="rect">
            <a:avLst/>
          </a:prstGeom>
          <a:solidFill>
            <a:srgbClr val="EBF8FF"/>
          </a:solidFill>
          <a:ln w="9525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4773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6CB0"/>
                </a:solidFill>
              </a:rPr>
              <a:t>📥 Export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5166360"/>
            <a:ext cx="2560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One-click CSV report
for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Three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How each agent contributes to the agentic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3749039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3749039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44475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Classifier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Weighted scoring across 7 domain metrics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Each metric scored 0–100 independently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Overall score = weighted average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Output: GOOD (≥70) · AVERAGE (40–69) · BAD (&lt;40)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Metrics: Open Rate, Genuine Opens, Click Rate,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          Delivery Rate, Abuse Rate, Hard Bounce,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          Unsubscribe Rate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Thresholds fully configurable via sliders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417320"/>
            <a:ext cx="3749039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417320"/>
            <a:ext cx="3749039" cy="50292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44475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🩺 Diagnosis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0116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7 rule-based diagnostic rules — one per metric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Each rule produces severity: CRITICAL · WARNING · INFO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Detailed root-cause explanation per issue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Example: Abuse rate 0.45% → CRITICAL: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  "Above 0.3% triggers ISP reputation penalties"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Positives also reported (what's working well)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Issues sorted by severity for prioritized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417320"/>
            <a:ext cx="3749039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417320"/>
            <a:ext cx="3749039" cy="502920"/>
          </a:xfrm>
          <a:prstGeom prst="rect">
            <a:avLst/>
          </a:prstGeom>
          <a:solidFill>
            <a:srgbClr val="97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44475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💡 Recommendation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0116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Generates ranked action plan from diagnosis output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Each recommendation tagged with: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  Impact: High / Medium / Low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  Effort: Low / Medium / High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Filtered views: All Actions · Critical First · Quick Wins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30+ specific, actionable recommendations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A5568"/>
                </a:solidFill>
              </a:rPr>
              <a:t>Ordered by severity then priority within each metric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Production-grade components — no vibe-coded shortcuts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66928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636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AI / Agent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Multi-Agent Architecture (Classifier + Diagnosis + Recommendation)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Weighted scoring model with configurable thresholds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Rule-based diagnosis engine — 7 metrics × severity levels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Orchestrator pattern — agents chained sequentially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669280" cy="4572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636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Live API client → POST /getAdvancedReport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Parses AdvanceReportTotalCountsVO (20+ metrics)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Graceful mock fallback for demo / offline use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JSON-configurable API credentials &amp; timeouts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566928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16966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🖥️ Frontend /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Streamlit — single-entry-point dashboard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Plotly — Gauge chart, Radar chart, Bar chart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Pandas — batch analysis &amp; CSV export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Custom CSS — professional Zeta-branded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11480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114800"/>
            <a:ext cx="5669280" cy="457200"/>
          </a:xfrm>
          <a:prstGeom prst="rect">
            <a:avLst/>
          </a:prstGeom>
          <a:solidFill>
            <a:srgbClr val="97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16966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Backend /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6344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FastAPI — REST endpoint /analyze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Python 3.12 — clean modular package structure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JSON config files — thresholds.json, api_config.json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568"/>
                </a:solidFill>
              </a:rPr>
              <a:t>• No database — stateless, zero-dependency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 &amp; Time Savings  🏆 40% of Judging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Measurable productivity gains for email operations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7432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7432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E94560"/>
                </a:solidFill>
              </a:rPr>
              <a:t>45 min → 30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Domain analysis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17320"/>
            <a:ext cx="27432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8A169"/>
                </a:solidFill>
              </a:rPr>
              <a:t>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Reduction in manual effort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27432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2743200" cy="640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B6CB0"/>
                </a:solidFill>
              </a:rPr>
              <a:t>7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Analyzed simultaneously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27432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743200" cy="640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F3460"/>
                </a:solidFill>
              </a:rPr>
              <a:t>100+ 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Batch-analyzed in one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460"/>
                </a:solidFill>
              </a:rPr>
              <a:t>Before vs 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460"/>
                </a:solidFill>
              </a:rPr>
              <a:t>Impact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11880"/>
            <a:ext cx="228600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78608" y="3611880"/>
            <a:ext cx="182880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611880"/>
            <a:ext cx="210312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685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3685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6850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After (AI Agent)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69080"/>
            <a:ext cx="22860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78608" y="4069080"/>
            <a:ext cx="18288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069080"/>
            <a:ext cx="210312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1422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Single domain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4328" y="4142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45–60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1422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A169"/>
                </a:solidFill>
              </a:rPr>
              <a:t>&lt; 30 seconds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526280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78608" y="452628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34840" y="4526280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994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Identify root cause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4328" y="45994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30 min + 3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599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A169"/>
                </a:solidFill>
              </a:rPr>
              <a:t>Instant — auto-diagnosed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983480"/>
            <a:ext cx="22860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78608" y="4983480"/>
            <a:ext cx="18288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34840" y="4983480"/>
            <a:ext cx="210312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0566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Generate action 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24328" y="50566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Manual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056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A169"/>
                </a:solidFill>
              </a:rPr>
              <a:t>Ranked recs, zero effort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40680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78608" y="544068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34840" y="5440680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5138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Batch: 50 domains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55138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~37 hours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5513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A169"/>
                </a:solidFill>
              </a:rPr>
              <a:t>&lt; 3 minutes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897880"/>
            <a:ext cx="22860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78608" y="5897880"/>
            <a:ext cx="18288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34840" y="5897880"/>
            <a:ext cx="210312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971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Detection of BAD domains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24328" y="59710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Reactive/late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59710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A169"/>
                </a:solidFill>
              </a:rPr>
              <a:t>Proactive, real-time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37033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4A5568"/>
                </a:solidFill>
              </a:rPr>
              <a:t>✅  Eliminates 45+ min of manual weekly work per domain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4A5568"/>
                </a:solidFill>
              </a:rPr>
              <a:t>✅  Catches reputation decline BEFORE campaigns fail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4A5568"/>
                </a:solidFill>
              </a:rPr>
              <a:t>✅  Reduces error rate — AI never misses a threshold breach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4A5568"/>
                </a:solidFill>
              </a:rPr>
              <a:t>✅  Gives email ops teams a single source of truth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4A5568"/>
                </a:solidFill>
              </a:rPr>
              <a:t>✅  Actionable recommendations reduce mean-time-to-fix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Scale &amp; Reach  🏆 30% of Judging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Who benefits and how broadly it can be adopted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2C"/>
                </a:solidFill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3460"/>
                </a:solidFill>
              </a:rPr>
              <a:t>Email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Daily domain health
monitoring &amp; triage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41732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1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2C"/>
                </a:solidFill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3460"/>
                </a:solidFill>
              </a:rPr>
              <a:t>Campaign Managers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606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Pre-flight domain
reputation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141732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2C"/>
                </a:solidFill>
              </a:rP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3460"/>
                </a:solidFill>
              </a:rPr>
              <a:t>Deliverability Eng.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606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Root-cause analysis
&amp; ISP issue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51776" y="141732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2C"/>
                </a:solidFill>
              </a:rPr>
              <a:t>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3460"/>
                </a:solidFill>
              </a:rPr>
              <a:t>Team Leads / Mgrs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606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Weekly executive
reputation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417320"/>
            <a:ext cx="2194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2448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02C"/>
                </a:solidFill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3460"/>
                </a:solidFill>
              </a:rPr>
              <a:t>Revenue /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2606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A5568"/>
                </a:solidFill>
              </a:rPr>
              <a:t>Domain ROI tracking
via eCPM &amp;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460"/>
                </a:solidFill>
              </a:rPr>
              <a:t>Why This Scales Across All of Zeta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206240"/>
            <a:ext cx="11612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0F3460"/>
                </a:solidFill>
              </a:rPr>
              <a:t>🌐 Company-Wide Access:  </a:t>
            </a:r>
            <a:r>
              <a:rPr sz="1200">
                <a:solidFill>
                  <a:srgbClr val="4A5568"/>
                </a:solidFill>
              </a:rPr>
              <a:t>Single URL — any Zeta employee with browser access can use it immediately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3460"/>
                </a:solidFill>
              </a:rPr>
              <a:t>🔁 Daily Use Case:  </a:t>
            </a:r>
            <a:r>
              <a:rPr sz="1200">
                <a:solidFill>
                  <a:srgbClr val="4A5568"/>
                </a:solidFill>
              </a:rPr>
              <a:t>Domain health changes daily — this agent is useful every single working day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3460"/>
                </a:solidFill>
              </a:rPr>
              <a:t>📦 No Setup Required:  </a:t>
            </a:r>
            <a:r>
              <a:rPr sz="1200">
                <a:solidFill>
                  <a:srgbClr val="4A5568"/>
                </a:solidFill>
              </a:rPr>
              <a:t>Zero installation, zero training — type a domain, click Analyze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3460"/>
                </a:solidFill>
              </a:rPr>
              <a:t>🏗️ API-First Design:  </a:t>
            </a:r>
            <a:r>
              <a:rPr sz="1200">
                <a:solidFill>
                  <a:srgbClr val="4A5568"/>
                </a:solidFill>
              </a:rPr>
              <a:t>Easily embeddable in existing pmtatool workflows or M365 Copilot chat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3460"/>
                </a:solidFill>
              </a:rPr>
              <a:t>📋 Batch = Org-Wide Scale:  </a:t>
            </a:r>
            <a:r>
              <a:rPr sz="1200">
                <a:solidFill>
                  <a:srgbClr val="4A5568"/>
                </a:solidFill>
              </a:rPr>
              <a:t>100 domains analyzed in 3 minutes — suitable for entire domain portfolio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3460"/>
                </a:solidFill>
              </a:rPr>
              <a:t>🔧 Configurable:  </a:t>
            </a:r>
            <a:r>
              <a:rPr sz="1200">
                <a:solidFill>
                  <a:srgbClr val="4A5568"/>
                </a:solidFill>
              </a:rPr>
              <a:t>Threshold sliders let each team customize for their ISP mix and industry norms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Professional UI — built for speed and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73152" cy="1170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🎯 Reputation Score Gauge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Visual 0–100 dial. Color-coded green/orange/red. Delta vs 70-point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73152" cy="1170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🕸️ Radar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38528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Seven-metric performance web — instantly shows which areas are strong vs weak.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24912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24912"/>
            <a:ext cx="73152" cy="1170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163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📊 Per-Metric Bar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Horizontal bars per metric with GOOD/AVERAGE threshold lines overlaid.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724912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724912"/>
            <a:ext cx="73152" cy="1170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8163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🩺 Diagnosis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040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Color-coded issues by severity. Root-cause text. Current value shown.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86783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986783"/>
            <a:ext cx="73152" cy="1170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78223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💡 Recommendations Tabs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62271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Three tabs: All Actions · Critical First · Quick Wins. Impact &amp; Effort tags.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86783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86783"/>
            <a:ext cx="73152" cy="1170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078223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🎛️ Threshold Sliders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62271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Sidebar sliders let judges change what GOOD means — live re-analysis.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48656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248656"/>
            <a:ext cx="73152" cy="1170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4009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📋 Batch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24144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Paste multiple domains — get summary table + CSV download in one click.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248656"/>
            <a:ext cx="56692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248656"/>
            <a:ext cx="73152" cy="1170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34009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📡 Demo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724144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8 pre-configured demo domains cover all 3 reputation states without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Usability &amp; Creativity  🏆 30% of Judging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0"/>
                </a:solidFill>
              </a:rPr>
              <a:t>Designed to be immediately usable — no training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Domain Reputation AI  |  Zeta Global Buildathon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562356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562356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🖱️  Usability  (15%)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5349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 b="1">
                <a:solidFill>
                  <a:srgbClr val="2B6CB0"/>
                </a:solidFill>
              </a:rPr>
              <a:t>✅  Single entry point:  </a:t>
            </a:r>
            <a:r>
              <a:rPr sz="1200">
                <a:solidFill>
                  <a:srgbClr val="4A5568"/>
                </a:solidFill>
              </a:rPr>
              <a:t>Open URL, type domain, click Analyze — done in 10 seconds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B6CB0"/>
                </a:solidFill>
              </a:rPr>
              <a:t>✅  Zero installation:  </a:t>
            </a:r>
            <a:r>
              <a:rPr sz="1200">
                <a:solidFill>
                  <a:srgbClr val="4A5568"/>
                </a:solidFill>
              </a:rPr>
              <a:t>No downloads, no config, no CLI — pure web UI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B6CB0"/>
                </a:solidFill>
              </a:rPr>
              <a:t>✅  Demo mode built-in:  </a:t>
            </a:r>
            <a:r>
              <a:rPr sz="1200">
                <a:solidFill>
                  <a:srgbClr val="4A5568"/>
                </a:solidFill>
              </a:rPr>
              <a:t>8 sample domains + hint panel — judge can test instantly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B6CB0"/>
                </a:solidFill>
              </a:rPr>
              <a:t>✅  Threshold sliders:  </a:t>
            </a:r>
            <a:r>
              <a:rPr sz="1200">
                <a:solidFill>
                  <a:srgbClr val="4A5568"/>
                </a:solidFill>
              </a:rPr>
              <a:t>Non-technical users can tune sensitivity without code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B6CB0"/>
                </a:solidFill>
              </a:rPr>
              <a:t>✅  Batch CSV export:  </a:t>
            </a:r>
            <a:r>
              <a:rPr sz="1200">
                <a:solidFill>
                  <a:srgbClr val="4A5568"/>
                </a:solidFill>
              </a:rPr>
              <a:t>Email the report to stakeholders in one click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B6CB0"/>
                </a:solidFill>
              </a:rPr>
              <a:t>✅  Clear visual hierarchy:  </a:t>
            </a:r>
            <a:r>
              <a:rPr sz="1200">
                <a:solidFill>
                  <a:srgbClr val="4A5568"/>
                </a:solidFill>
              </a:rPr>
              <a:t>Score → Issues → Recommendations — logical reading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594360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59436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63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✨  Creativity  (15%)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116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 b="1">
                <a:solidFill>
                  <a:srgbClr val="E94560"/>
                </a:solidFill>
              </a:rPr>
              <a:t>🌟  3-Agent Orchestration:  </a:t>
            </a:r>
            <a:r>
              <a:rPr sz="1150">
                <a:solidFill>
                  <a:srgbClr val="4A5568"/>
                </a:solidFill>
              </a:rPr>
              <a:t>Not a single model — a genuine multi-agent pipeline where each agent has a distinct role and output type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E94560"/>
                </a:solidFill>
              </a:rPr>
              <a:t>🌟  Domain-Specific Design:  </a:t>
            </a:r>
            <a:r>
              <a:rPr sz="1150">
                <a:solidFill>
                  <a:srgbClr val="4A5568"/>
                </a:solidFill>
              </a:rPr>
              <a:t>Built for Zeta's exact metric schema (AdvanceReportTotalCountsVO) — not a generic template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E94560"/>
                </a:solidFill>
              </a:rPr>
              <a:t>🌟  Weighted Scoring Model:  </a:t>
            </a:r>
            <a:r>
              <a:rPr sz="1150">
                <a:solidFill>
                  <a:srgbClr val="4A5568"/>
                </a:solidFill>
              </a:rPr>
              <a:t>Each of 7 metrics gets an independent 0–100 score before combining — nuanced, not binary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E94560"/>
                </a:solidFill>
              </a:rPr>
              <a:t>🌟  Live Threshold Control:  </a:t>
            </a:r>
            <a:r>
              <a:rPr sz="1150">
                <a:solidFill>
                  <a:srgbClr val="4A5568"/>
                </a:solidFill>
              </a:rPr>
              <a:t>Real-time re-classification as judges drag sliders — rare in any analytics tool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E94560"/>
                </a:solidFill>
              </a:rPr>
              <a:t>🌟  Genuine + Bot Opens:  </a:t>
            </a:r>
            <a:r>
              <a:rPr sz="1150">
                <a:solidFill>
                  <a:srgbClr val="4A5568"/>
                </a:solidFill>
              </a:rPr>
              <a:t>Separates genuine human opens from bot-inflated opens — industry-grade sophistication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E94560"/>
                </a:solidFill>
              </a:rPr>
              <a:t>🌟  Severity Taxonomy:  </a:t>
            </a:r>
            <a:r>
              <a:rPr sz="1150">
                <a:solidFill>
                  <a:srgbClr val="4A5568"/>
                </a:solidFill>
              </a:rPr>
              <a:t>CRITICAL / WARNING / INFO — mirrors how SREs think, not just 'bad vs good'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🛡️  Domain Reputation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EC0"/>
                </a:solidFill>
              </a:rPr>
              <a:t>Zeta Global Buildathon 2026  |  Individual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1430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73152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🏆 Impact 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9339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45 min → 30 sec per domain  ·  99% effort reduction  ·  Proactive vs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73152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Scale  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All Zeta teams  ·  Daily use case  ·  Batch 100+ domains  ·  Zero setup to adopt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05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🖱️ Usability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0507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Single URL  ·  10-second onboarding  ·  Built-in demo mode  · 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73152" cy="914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109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Creativity 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01091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True multi-agent pipeline  ·  Live threshold control  ·  Domain-specific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97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Neelima Jonnavada  ·  njonnavada@zetaglobal.com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Zeta Global  |  Buildathon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